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669280" cy="5669280"/>
          </a:xfrm>
          <a:prstGeom prst="ellipse">
            <a:avLst/>
          </a:prstGeom>
          <a:solidFill>
            <a:srgbClr val="08506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0E6B7E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COMPLEXAS  ·  PROJETO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domínios funcionais em proteínas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contato  ·  centralidade  ·  detecção de comunidades (Louvain)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fixados nos testes  ·  ablação de arestas  ·  alvo 6B1T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PPGCO / FACOM  ·  UFU  ·  Prof. Gilberto Nakamura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Proteína = rede social de aminoácidos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896112"/>
          </a:xfrm>
          <a:prstGeom prst="roundRect">
            <a:avLst>
              <a:gd name="adj" fmla="val 816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48256"/>
            <a:ext cx="457200" cy="4572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  </a:t>
            </a:r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resíduo de aminoácido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943600" cy="896112"/>
          </a:xfrm>
          <a:prstGeom prst="roundRect">
            <a:avLst>
              <a:gd name="adj" fmla="val 816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99816"/>
            <a:ext cx="457200" cy="4572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99008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   </a:t>
            </a:r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resíduos em contato físico no espaço 3D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943600" cy="896112"/>
          </a:xfrm>
          <a:prstGeom prst="roundRect">
            <a:avLst>
              <a:gd name="adj" fmla="val 816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51376"/>
            <a:ext cx="457200" cy="4572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404164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  </a:t>
            </a:r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coeso por dentro, esparso por fora = domínio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4663440" cy="3154680"/>
          </a:xfrm>
          <a:prstGeom prst="roundRect">
            <a:avLst>
              <a:gd name="adj" fmla="val 2319"/>
            </a:avLst>
          </a:prstGeom>
          <a:solidFill>
            <a:srgbClr val="0B2B3C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0" descr="/home/claude/Disciplinas-Doutorado/redes_complexas/figs/SYNTH_net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2057400"/>
            <a:ext cx="4206240" cy="2331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sintético: 4 domínios plantados, recuperados pelo Louvain (ARI 0,92)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domínios funcionais equivale a detectar comunidades de rede.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DA REDE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de contatos por resíduo, não por átomo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8288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resíduo (cadeia + número)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7004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Aresta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26700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átomos pesados ≤ 5 Å (heavy)  ou  Cα ≤ 8 Å (ca)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51129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351129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contatos atômicos (heavy)  ou  1/distância (ca)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572000" cy="234086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por resíduo?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2395728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 ~1.000.000 de átomos para ~10.000 a 100.000 resíduos, preservando a topologia de domínios (vizinhos por KD-tree).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distância, agora medido. 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ablação de arestas confirma: átomos pesados a 5 Å recuperam capsômeros com ARI 0,81 a 0,86, contra 0,56 do critério Cα a 8 Å. A proximidade espacial é o substrato físico do enovelamento.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rodar 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192024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62656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712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pipeline (testes)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2871216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run_experiments.py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13632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822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alvo 6B1T (γ fixo = 0,2)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382219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run_6b1t.py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derive_trimers_g02.py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864608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773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Ablação de arestas + anotação RCSB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4773168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edge_ablation.py --pdb data/2HHB.pdb --truth chain --gamma 0.2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fetch_rcsb_metadata.py 6B1T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README + declaração de IA no repositório público (GitHub). Estruturas: 6B1T.cif; moléculas-teste baixadas automaticamente.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RÁPIDO (CONTROLADO E REAL)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Calibração em dados plantados e em multímero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benchmark sintético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0B2B3C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21031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hemoglobina, 4 cadeias (γ=0,2)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1031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 / 0,69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modularidade Q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160520"/>
            <a:ext cx="10332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Sintético: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domínios plantados recuperados (cutoff 10 Å).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Hemoglobina: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cadeias montadas são recuperadas em γ=0,2 (ARI 0,839); revela a interface α2β2. Esse γ é a calibração da escala de subunidade, herdada pelo alvo.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· ADENOVÍRUS HUMANO 5 (6B1T)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Capsídeo: 12.544 resíduos, Q = 0,90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0B2B3C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Disciplinas-Doutorado/redes_complexas/figs/6B1T_net3d_g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57400"/>
            <a:ext cx="420624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em γ=0,2 sobre a estrutura 3D (escala de capsômero)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40680" y="1874520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18745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73.276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269480" y="18745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· 1 componente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40680" y="2642616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23560" y="264261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269480" y="26426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em γ=1 (escala fina)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40680" y="3410712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23560" y="3410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269480" y="341071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vs trímeros+pénton+menores (γ=0,2, fixo)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40680" y="4178808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41788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0,890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269480" y="417880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de sensibilidade (γ=0,1)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40680" y="502920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0E6B7E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51206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superado: pénton isolado + 4 trímeros de héxon recuperados, com γ fixado nos testes (sem ajuste no alvo).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BIOLÓGICA (ANOTAÇÃO WWPDB)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comunidades reproduzem as famílias anotadas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Héxon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48840" y="1828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trímeros nas 4 primeiras comunidades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786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Pénton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25786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 em comunidade própria (cadeia 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284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3328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auto-organiza em comunidade própria (cimento dos vértices)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782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48840" y="40782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própria, parte costurada entre héxons (interlacing)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828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/ VII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48840" y="48280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embutidas nos héxons que revestem por dentro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95160" y="1828800"/>
            <a:ext cx="4526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0" descr="/home/claude/Disciplinas-Doutorado/redes_complexas/figs/6B1T_confusion_trimer_g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2011680"/>
            <a:ext cx="4160520" cy="2743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95160" y="507492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23760" y="5166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contra o RCSB: pénton = cadeia M (UniProt P12538, 571 res).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486400" cy="5486400"/>
          </a:xfrm>
          <a:prstGeom prst="ellipse">
            <a:avLst/>
          </a:prstGeom>
          <a:solidFill>
            <a:srgbClr val="08506B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≈ domínio, na escala certa de resolução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2359152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128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calibrado no sintético (ARI 0,92) e validado em multímero real (hemoglobina ARI 0,84).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14553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FIXADOS nos testes: γ=0,2 herdado da hemoglobina, aplicado ao 6B1T sem ajuste no alvo. ARI de capsômero 0,812 (0,890 só como sensibilidade).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224528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07822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Ablação de arestas: a definição importa muito (heavy 5 Å 0,81 a 0,86 vs Cα 8 Å 0,56); a ponderação físico-química muda a partição mas não melhora a recuperação. A geometria domina.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157216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501091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Reprodutível: run_experiments.py · run_6b1t.py · derive_trimers_g02.py · edge_ablation.py · fetch_rcsb_metadata.py.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(PDF) · código + README · declaração de uso de IA · este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domínios funcionais em proteínas</dc:title>
  <dc:subject>PptxGenJS Presentation</dc:subject>
  <dc:creator>Pedro</dc:creator>
  <cp:lastModifiedBy>Pedro</cp:lastModifiedBy>
  <cp:revision>1</cp:revision>
  <dcterms:created xsi:type="dcterms:W3CDTF">2026-06-26T11:50:08Z</dcterms:created>
  <dcterms:modified xsi:type="dcterms:W3CDTF">2026-06-26T11:50:08Z</dcterms:modified>
</cp:coreProperties>
</file>